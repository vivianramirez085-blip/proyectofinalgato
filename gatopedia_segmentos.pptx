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54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rgbClr val="000000"/>
                </a:solidFill>
              </a:rPr>
              <a:t>🐾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Segmentos de Línea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4688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 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3017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Vivian Ramirez Rodriguez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·  CSS  · 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91440" cy="100584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893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base del documento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91440" cy="100584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893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y secciones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header, section, footer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68880"/>
            <a:ext cx="91440" cy="100584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237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715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y multimedia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h1-h3, p, img, a, ul/li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468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468880"/>
            <a:ext cx="91440" cy="100584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5237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2715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input, select, textarea, button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03320"/>
            <a:ext cx="91440" cy="100584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7581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CSS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layout, cards, responsivo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03320"/>
            <a:ext cx="91440" cy="100584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7581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65192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formulario y nav activo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</a:t>
            </a:r>
            <a:r>
              <a:rPr lang="en-US" sz="2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</a:t>
            </a: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HTML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content="width=device-width,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initial-scale=1.0"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&lt;title&gt;Gatopedia 🐾&lt;/title&gt;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href="styles.css"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 src="script.js"&gt;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&lt;/script&gt;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&lt;!DOCTYPE html&gt;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el tipo de documento HTML5 al navegador.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 lang="es"&gt;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raíz; lang='es' indica el idioma para lectores de pantalla.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charset&gt;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codificación UTF-8 para caracteres especiales (tildes, ñ).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viewport&gt;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la página responsiva en dispositivos móviles.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Navegación y Header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href="#" class="logo"&gt;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🐾 Gatopedia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href="#sobre"&gt;Sobre&lt;/a&gt;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href="#razas"&gt;Razas&lt;/a&gt;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&lt;/li&gt;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class="hero-tag"&gt;...&lt;/span&gt;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&lt;h1&gt;El Mundo de los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&lt;em&gt;Gatos&lt;/em&gt;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&lt;/h1&gt;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href="#sobre" class="btn"&gt;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Explorar 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semántico para la barra de navegación principal del sitio.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/ &lt;li&gt;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enlaces de menú organizados como ítems de lista.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href="#id"&gt;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ancla; navega a una sección de la misma página.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semántica del encabezado principal (hero) de la página.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Secciones y Contenido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id="sobre" class="bg-soft"&gt;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class="container"&gt;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class="section-label"&gt;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¿Quiénes son?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&lt;/span&gt;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&lt;h2&gt;Datos Fascinantes&lt;/h2&gt;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class="lead"&gt;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 gatos domésticos llevan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más de 10,000 años...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class="card-grid"&gt;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&lt;div class="icon"&gt;😴&lt;/div&gt;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&lt;h3&gt;Maestros del sueño&lt;/h3&gt;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&lt;p&gt;Los gatos duermen...&lt;/p&gt;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&lt;section id&gt;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contenido temático; el atributo id permite navegación por anclas.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 class="container"&gt;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centrado con ancho máximo para el layout general.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&lt;h2&gt; / &lt;h3&gt;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títulos: h2 para sección, h3 para tarjetas internas.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 class="lead"&gt;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 introductorio con estilo destacado para la sección.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Imágenes y Razas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id="razas" class="bg-cream"&gt;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class="breed-grid"&gt;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class="breed-card"&gt;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src="https://upload.wiki.../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Cat_November_2010.jpg"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alt="Gato Europeo Común"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class="breed-info"&gt;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&lt;h3&gt;Europeo Común&lt;/h3&gt;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&lt;p&gt;El más adaptable...&lt;/p&gt;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 src&gt;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imagen; src apunta a la URL de Wikimedia Commons.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alt="..."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alternativo para accesibilidad y si la imagen no carga.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 class="breed-card"&gt;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que agrupa imagen e información de cada raza.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 class="breed-grid"&gt;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que organiza las tarjetas en cuadrícula responsiva.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Formulario de Contacto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id="contactForm"&gt;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for="nombre"&gt;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 nombre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&lt;/label&gt;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id="nombre" name="nombre"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placeholder="Ej. Ana García"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/&gt;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&lt;select id="raza" name="raza"&gt;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value=""&gt;—Selecciona—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&lt;/option&gt;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&lt;option&gt;Europeo Común&lt;/option&gt;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&lt;/select&gt;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&lt;textarea id="mensaje"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name="mensaje"&gt;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&lt;/textarea&gt;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Enviar mensaje 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 id&gt;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del formulario; el id lo enlaza con JavaScript para validarlo.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 for&gt;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accesible vinculada al input mediante el atributo for/id.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type="text"&gt;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de una línea para el nombre del usuario.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type="email"&gt;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email con validación nativa del navegador.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· CSS — Variables y Reset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--cream:      #fdf6ee;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--soft:       #f5ede3;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--sand:       #e8c99a;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--terracotta: #c96a3a;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--brown:      #6b3f1f;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--dark:       #2a1a0e;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*, *::before, *::after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{ scroll-behavior: smooth;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'Lato', sans-serif;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var(--cream);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var(--dark);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{ --var }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variables CSS globales reutilizables en todo el archivo.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var(--nombre)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una variable CSS definida en :root para consistencia.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{ box-sizing }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universal: elimina márgenes/paddings y cambia el modelo de caja.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scroll-behavior: smooth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el scroll animado al hacer clic en enlaces de ancla.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· CSS — Layout y Tarjetas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fixed;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0; left: 0; right: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backdrop-filter: blur(6px);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.card-grid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repeat(auto-fit, minmax(270px,1fr));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#fff;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1.8rem;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transform 0.2s,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box-shadow 0.2s;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.card:hover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translateY(-5px);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12px 30px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rgba(107,63,31,0.12);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fixed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la navbar en la parte superior al hacer scroll en la página.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Flexbox para alinear logo y menú en la barra de nav.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crea la cuadrícula responsiva de tarjetas automáticamente.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/ minmax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se ajustan solas: mínimo 270px, máximo 1 fracción.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· JavaScript — script.js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754880" cy="3474720"/>
          </a:xfrm>
          <a:prstGeom prst="rect">
            <a:avLst/>
          </a:prstGeom>
          <a:solidFill>
            <a:srgbClr val="1E1008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Validación del formulario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 = document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.getElementById('contactForm');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msg = document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.getElementById('form-success');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form.addEventListener('submit',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nombre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document.getElementById('nombre')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.value.trim();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(!nombre)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alert('Completa los campos.');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form.reset();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form.classList.add('hidden');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msg.classList.remove('hidden');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Nav activo en scroll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window.addEventListener('scroll',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sections.forEach(sec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(window.scrollY &gt;=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sec.offsetTop - 100)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sec.id;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984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29844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un elemento del DOM por su atributo id.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167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16712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219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un evento (submit, scroll) y ejecuta una función al ocurrir.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0358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03580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90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e.preventDefault()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el comportamiento por defecto del form (envío a servidor).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9044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904488"/>
            <a:ext cx="64008" cy="749808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.value.trim()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el texto del input y elimina espacios al inicio y al final.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Gatopedia — Proyecto Final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00000"/>
                </a:solidFill>
              </a:rPr>
              <a:t>🐾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Final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utilizados en Gatopedia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468880"/>
            <a:ext cx="2743200" cy="2377440"/>
          </a:xfrm>
          <a:prstGeom prst="rect">
            <a:avLst/>
          </a:prstGeom>
          <a:solidFill>
            <a:srgbClr val="1A0D06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468880"/>
            <a:ext cx="2743200" cy="347472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871216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&lt;!DOCTYPE&gt;, &lt;html&gt;, &lt;head&gt;, &lt;meta&gt;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&lt;nav&gt;, &lt;header&gt;, &lt;section&gt;, &lt;footer&gt;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&lt;h1&gt;–&lt;h3&gt;, &lt;p&gt;, &lt;em&gt;, &lt;span&gt;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alt&gt;, &lt;a href&gt;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&lt;ul&gt;, &lt;li&gt;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&lt;form&gt;, &lt;input&gt;, &lt;label&gt;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&lt;select&gt;, &lt;textarea&gt;, &lt;button&gt;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2743200" cy="2377440"/>
          </a:xfrm>
          <a:prstGeom prst="rect">
            <a:avLst/>
          </a:prstGeom>
          <a:solidFill>
            <a:srgbClr val="1A0D06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68880"/>
            <a:ext cx="2743200" cy="347472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871216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variables (--color)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 universal (* {})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 (nav, header)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Grid (tarjetas, razas)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Transiciones hover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Diseño responsivo (@media)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backdrop-filter, box-shadow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2468880"/>
            <a:ext cx="2743200" cy="2377440"/>
          </a:xfrm>
          <a:prstGeom prst="rect">
            <a:avLst/>
          </a:prstGeom>
          <a:solidFill>
            <a:srgbClr val="1A0D06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468880"/>
            <a:ext cx="2743200" cy="347472"/>
          </a:xfrm>
          <a:prstGeom prst="rect">
            <a:avLst/>
          </a:prstGeom>
          <a:solidFill>
            <a:srgbClr val="C96A3A"/>
          </a:solidFill>
          <a:ln w="12700">
            <a:solidFill>
              <a:srgbClr val="C9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2871216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getElementById()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addEventListener(submit)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.value.trim()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classList.add/remove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 event listener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offsetTop para nav activo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HTML &amp; GitHub Pages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1787</Words>
  <Application>Microsoft Office PowerPoint</Application>
  <PresentationFormat>Presentación en pantalla (16:9)</PresentationFormat>
  <Paragraphs>338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Segmentos de Línea — Gatopedia</dc:title>
  <dc:subject>PptxGenJS Presentation</dc:subject>
  <dc:creator>PptxGenJS</dc:creator>
  <cp:lastModifiedBy>Vivian Ramirez</cp:lastModifiedBy>
  <cp:revision>2</cp:revision>
  <dcterms:created xsi:type="dcterms:W3CDTF">2026-02-19T06:31:50Z</dcterms:created>
  <dcterms:modified xsi:type="dcterms:W3CDTF">2026-02-19T17:24:28Z</dcterms:modified>
</cp:coreProperties>
</file>